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" cy="3108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🏥 SwasthyaSetu AI (स्वास्थ्य सेतु AI)</a:t>
            </a:r>
          </a:p>
          <a:p>
            <a:pPr>
              <a:spcBef>
                <a:spcPts val="1000"/>
              </a:spcBef>
              <a:defRPr sz="1800" b="1">
                <a:solidFill>
                  <a:srgbClr val="16A34A"/>
                </a:solidFill>
              </a:defRPr>
            </a:pPr>
            <a:r>
              <a:t>Federated AI Platform for National-Scale Health Resource &amp; Supply Chain Resilience across India's PHC Network &amp; Hospital Systems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Predictive Redistribution • Proximity Disease Outbreak Radar • Hospital Resource Optimization • Mass Casualty Tragedy Early Warning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256032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🚨 Zero Stock-Outs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14-Day predictive depletion warnings &amp; dynamic buffer safety nets.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572000"/>
            <a:ext cx="256032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70916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6A34A"/>
                </a:solidFill>
              </a:defRPr>
            </a:pPr>
            <a:r>
              <a:t>⚡ MILP Redistribution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Peer-to-peer stock transfer within hours vs. 6-week state indents.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572000"/>
            <a:ext cx="256032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70916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🏨 Hospital Optimizer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AI allocation for beds, ICU, surgical OTs, and staff rosters.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572000"/>
            <a:ext cx="256032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70916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580C"/>
                </a:solidFill>
              </a:defRPr>
            </a:pPr>
            <a:r>
              <a:t>🔒 Privacy-First FedAvg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DISHA / DPDP Act 2023 compliant federated learning across state nodes.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Dual Crisis in India's Healthcare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C2626"/>
                </a:solidFill>
              </a:defRPr>
            </a:pPr>
            <a:r>
              <a:t>❌ Critical Drug Stock-Outs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Rural PHCs frequently run out of Anti-Rabies, Snake Antivenom, Insulin &amp; IV fluids.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Sudden seasonal footfall spikes catch rural clinics completely unprepared.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Delayed state-level tender cycles take 4 to 8 weeks to replenish supplies.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Loss of critical golden hours for emergency patients in remote villages.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580C"/>
                </a:solidFill>
              </a:defRPr>
            </a:pPr>
            <a:r>
              <a:t>❌ Expired Medicine Waste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PHC A holds 400 surplus vials expiring in 60 days.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PHC B (15km away) faces acute stock-out of the exact same medicine.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Zero inter-clinic visibility causes preventable expiration of crores in drugs.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Traditional supply chains lack algorithmic peer-to-peer redistribution.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❌ Hospital Bottlenecks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Ad-hoc bed and ICU planning causes ward congestion alongside idle ICU buffers.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Uncoordinated operating room scheduling results in 30%+ OT idle gaps.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Doctors and nurses face severe burnout due to manual, unoptimized rostering.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Zero advance warning for mass casualty accidents and epidemic spikes.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SwasthyaSetu AI: Unified Dual-Layer Resilience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A34A"/>
                </a:solidFill>
              </a:defRPr>
            </a:pPr>
            <a:r>
              <a:t>📈 Multi-Horizon Predictive AI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Forecasts 7, 14, and 30-day medicine demand and outpatient footfall using Poisson distributions, moving averages, and Prophet + XGBoost with 95% confidence intervals.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6A34A"/>
                </a:solidFill>
              </a:defRPr>
            </a:pPr>
            <a:r>
              <a:t>🚚 MILP P2P Redistribution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Mathematical Linear Programming (PuLP) matches surplus clinics with shortage clinics, optimizing transit routes, distance, and FEFO expiry prioritization while maintaining safety buffers.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🏨 Hospital Resource Optimizer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Optimizes bed allocations, preserves 15% ICU emergency buffers, schedules surgical OTs via Google OR-Tools CP-SAT, and rosters clinical staff to eliminate fatigue.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📡 Proximity Early Warning Radar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Haversine geospatial AI detects disease outbreaks (&lt;28km) and mass-casualty tragedies (&lt;20km), predicting ambulance arrival ETAs &amp; patient influx with 1-click triage activation.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GEOSPATIAL EARLY WARNING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 Proximity Disease Outbreak &amp; Tragedy Radar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C2626"/>
                </a:solidFill>
              </a:defRPr>
            </a:pPr>
            <a:r>
              <a:t>🦠 Nearby Spreading Disease Detection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Monitors active epidemic clusters within 28km radius using Haversine formulas.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Predicts incoming patient influx surge: ΔSurge = (1 - D/30) × 180%.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Calculates expected arrival timeline (e.g. 24h to 48h diffusion).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Automatically recommends preemptive medicine buffer orders (ORS, Antibiotics, IV Fluids) before local stocks deplete.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Visual distance badges (e.g. 2.3 km away) and urgency color coding.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580C"/>
                </a:solidFill>
              </a:defRPr>
            </a:pPr>
            <a:r>
              <a:t>🚨 Mass Casualty Tragedy &amp; Disaster Radar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Detects highway collisions, chemical leaks, floods &amp; food contamination within 20km.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Calculates real-time ambulance arrival ETA: T_ETA = (Distance / 40 km/h) × 60 mins.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Forecasts projected trauma patient inflow (e.g. 8-15 casualties).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1-Click Triage Activation: Alerts staff to reserve emergency beds, prepare sterile trauma kits, and stage IV fluids at reception.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</a:defRPr>
            </a:pPr>
            <a:r>
              <a:t>• Live simulation console for disaster management drills.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IN-HOSPITAL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 Hospital Resource Optimization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🛏️ Bed &amp; ICU Optimizer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Allocates beds across wards and critical ICU units.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Enforces mandatory 15% emergency reserve ICU buffer.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Handles isolation rules and step-down discharge velocity.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Formulated via MILP (PuLP / OR-Tools).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⏱️ Operating Room Scheduler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Builds surgical OT schedules cutting idle time.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Eliminates surgeon overtime and scheduling conflicts.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Accounts for cleaning gaps and emergency reservations.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Powered by Google OR-Tools CP-SAT job-shop solver.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👨‍⚕️ Staff Roster Allocation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Rosters doctors, nurses &amp; techs by predicted load.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Enforces shift limits, rest hours &amp; skill qualifications.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Reduces clinical burnout during peak rush periods.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Dynamically rebalances from low-acuity day clinics.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9333EA"/>
                </a:solidFill>
              </a:defRPr>
            </a:pPr>
            <a:r>
              <a:t>🧪 What-If Disaster Simulator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Tests shock scenarios (e.g. '+40% Outbreak', 'Mass Crash').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SimPy discrete-event simulation + RL policy agent.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Pre-calculates oxygen, ventilator &amp; blood requirements.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Human-in-the-loop: Admin 1-click approve / reject actions.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LOGISTICS &amp; DRONE CORRIDORS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 Route &amp; Fleet Transit Logistics Optimizer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🚚 Capacitated Vehicle Routing (CVRP)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Calculates multi-stop delivery routes for medicine supply vans.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Minimizes transit distance, toll costs, and road transit times.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Coordinates inter-PHC FEFO medicine dispatches.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Live road metric summary and fuel efficiency indicators.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🚁 Autonomous Drone Corridors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Monitors aerial delivery corridors for high-urgency supplies.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Transports cold-chain antivenom and vaccines to hilly terrains.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Bypasses congested highways during acute emergencies.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Pre-flight battery and waypoint corridor clearance 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🔄 Dynamic Incident Reroute Simulator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Simulates highway roadblocks, flash floods, or landslides.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Recalculates alternative transit detours in real time.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Prevents transit delays for critical life-saving dispatches.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Provides turn-by-turn navigation guidance for drivers.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🚨 Emergency Green Corridors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Integrates with National Emergency Mode (`#/portal/emergency`).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Grants highest priority to disaster casualty transit.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Automated coordination with police and highway authorities.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Real-time GPS telemetry streaming.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ARCHITECTURE &amp;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Architectural Resilience: Edge Offline Mode &amp; Federated Privacy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A34A"/>
                </a:solidFill>
              </a:defRPr>
            </a:pPr>
            <a:r>
              <a:t>📱 Zero-Bandwidth Offline Rural Edge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Runs on low-cost Android tablets, smartphones, and legacy desktop PCs.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Uses browser IndexedDB and LocalStorage caching for 100% offline uptime.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Rural doctors log patient visits, medicine dispensing, and local stock with zero internet.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Auto-Sync Engine automatically pushes queued delta payloads upon reconnection.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Conflict-free transactional batch reconciliation at backend.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580C"/>
                </a:solidFill>
              </a:defRPr>
            </a:pPr>
            <a:r>
              <a:t>🔒 Privacy-Preserving Federated Learning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100% compliant with India's DPDP Act 2023 and DISHA healthcare privacy rules.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Local state nodes train ML models locally on regional clinical trends.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Only mathematical model weight vectors (ΔW) transmitted to central server.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Central coordinator executes Federated Averaging (FedAvg) aggregation.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• Zero raw patient medical records ever leave the local clinic boundary.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FEASIBILITY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Visibility, Transparency &amp; Feasibility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👁️ Real-Time Visibility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National, State, District &amp; PHC multi-level dashboards.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Live Days of Supply Remaining (DoSR) indicators.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Interactive geospatial heatmaps of vulnerable clinics.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Audit trail for every medicine batch &amp; transfer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⚙️ Technical Feasibility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Lightweight FastAPI backend with SQLite/PostgreSQL.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Vite + React frontend running efficiently on low-end tablets.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Offline-first IndexedDB delta sync requires zero extra hardware.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Fast MILP convergence (&lt;500ms for 150 PHCs).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💰 Economic Feasibility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100% Open Source tech stack (zero proprietary license fees).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Saves crores in expired medicine waste annually.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Reduces emergency commercial spot purchasing costs.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Utilizes existing rural PHC computer/smartphone infrastructure.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📜 Regulatory &amp; Compliance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Complies with DPDP Act 2023 &amp; DISHA privacy standards.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Human-in-the-loop: CMOs retain full authority over approvals.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ABDM Health Facility Registry &amp; M1/M2/M3 consent standards.</a:t>
            </a:r>
          </a:p>
          <a:p>
            <a:pPr>
              <a:spcBef>
                <a:spcPts val="300"/>
              </a:spcBef>
              <a:defRPr sz="1100">
                <a:solidFill>
                  <a:srgbClr val="FFFFFF"/>
                </a:solidFill>
              </a:defRPr>
            </a:pPr>
            <a:r>
              <a:t>• eVIN cold-chain &amp; HMIS health data interoperability.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SCOPE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Project Scope, Impact Metrics &amp; Scaling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55648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📍 Phase 1: District Pilot (Completed &amp; Verified)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150 PHCs seeded across 15 districts (Maharashtra, Karnataka, UP).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Full demand forecasting, PuLP redistribution, proximity radar &amp; hospital suite.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Offline edge sync &amp; 11 Indian languages reactive translation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1069848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64408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🏢 Phase 2: State-Wide Rollout (Next 6 Months)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Integration with State Medical Services Corporations (e.g. MPMSCL, KMSCL).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Automated GPS drone and courier dispatch integration.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Real-time eVIN cold-chain temperature sensor streaming.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Hospital Resource Optimizer pilot in district civil hospitals.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698480" cy="1325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773168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🌐 Phase 3: National Scale (Next 12-24 Months)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Pan-India scaling across 25,000+ PHCs &amp; 5,000+ CHCs.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Full ABDM Unified Health Interface (UHI) interoperability.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Cross-state emergency pharmaceutical disaster corridors.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Hospital-level RL agents and cross-hospital federated learning.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Full-Stack Technology Architecture &amp;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🎨 Frontend Tier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React 18 + Vite SPA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Clean Glassmorphism UI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Lucide Icons + Leaflet Maps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11 Regional Languages i18n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PortalSidebar &amp; Guide Banners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⚙️ Backend Core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FastAPI (Python 3.10+)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SQLAlchemy ORM + SQLite/PG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Pydantic Request Schemas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Uvicorn Async Worker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25+ REST API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🧠 AI &amp; Optimization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PuLP MILP Linear Optimizer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Google OR-Tools CP-SAT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Prophet + XGBoost Demand Models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Haversine Geospatial Vectors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Flower-Compatible FedAvg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📦 Edge &amp; Standards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IndexedDB / LocalStorage Sync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ABDM Facility Registry M1-M3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eVIN IoT Cold-Chain Ingestion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HMIS Disease Data Ingestion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• 5-Phase System Verification Suite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CONCLUSION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Project Links, Source Code &amp; Development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A34A"/>
                </a:solidFill>
              </a:defRPr>
            </a:pPr>
            <a:r>
              <a:t>👥 Core Development Team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• Rudra Pratap Chaurasiya (CSJMU Kanpur)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Role: Lead Full Stack AI Architecture &amp; ML Engines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580C"/>
                </a:solidFill>
              </a:defRPr>
            </a:pPr>
            <a:r>
              <a:t>🔗 Live Demonstration Portals &amp; Links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GitHub Repository: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https://github.com/rudraa0604/Swasthya-Setu-AI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Local Web App: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Backend FastAPI Docs: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http://localhost:8000/docs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National Overwatch Portal: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http://localhost:3000/#/portal/national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Hospital Optimizer Suite: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http://localhost:3000/#/portal/hospital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AI Route &amp; Fleet Optimizer: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http://localhost:3000/#/portal/routes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District Health Officer Portal: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http://localhost:3000/#/portal/district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Rural PHC Edge Terminal: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http://localhost:3000/#/portal/edge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• Developer / Admin Sandbox:</a:t>
            </a:r>
          </a:p>
          <a:p>
            <a:pPr>
              <a:defRPr sz="900">
                <a:solidFill>
                  <a:srgbClr val="16A34A"/>
                </a:solidFill>
              </a:defRPr>
            </a:pPr>
            <a:r>
              <a:t>  http://localhost:3000/#/portal/dev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