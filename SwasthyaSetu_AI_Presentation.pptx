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🏥 SwasthyaSetu AI (स्वास्थ्य सेतु AI)</a:t>
            </a:r>
          </a:p>
          <a:p>
            <a:pPr>
              <a:spcBef>
                <a:spcPts val="1200"/>
              </a:spcBef>
              <a:defRPr sz="2000" b="1">
                <a:solidFill>
                  <a:srgbClr val="16A34A"/>
                </a:solidFill>
              </a:defRPr>
            </a:pPr>
            <a:r>
              <a:t>Federated AI Platform for National-Scale Health Resource &amp; Supply Chain Resilience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Predictive Medicine Redistribution • Proximity Disease Outbreak Detection • Mass Casualty Tragedy Early Warning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3108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7091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🚨 Zero Stock-Outs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14-Day predictive depletion warnings &amp; dynamic buffer safety nets.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572000"/>
            <a:ext cx="310896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7091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⚡ MILP P2P Redistribution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Algorithmic stock transfer within hours instead of 6-week state indents.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57200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709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🔒 Privacy-First FedAvg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DISHA / DPDP compliant federated learning across state nodes.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Crisis in India's Primary Healthcare Supply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❌ Critical Drug Stock-Outs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Rural PHCs frequently run out of Anti-Rabies, Insulin, ORS &amp; Antibiotics.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Sudden seasonal footfall spikes catch clinics unprepared.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Delayed state-level tender cycles take 4 to 8 weeks to fulfill.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Loss of critical golden hours for rural emergency patients.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❌ Near-Expiry Waste &amp; Silos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PHC A holds 400 surplus vials expiring in 60 days.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PHC B (15km away) faces acute stock-out of the exact same medicine.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Zero cross-PHC visibility causes preventable expiration of crores worth of drugs.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No mathematical mechanism for inter-clinic redistribution.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4A3B8"/>
                </a:solidFill>
              </a:defRPr>
            </a:pPr>
            <a:r>
              <a:t>❌ Connectivity &amp; Data Silos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Remote rural areas have intermittent 2G/3G or zero connectivity.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Traditional web portals crash or block data entry without active internet.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Strict health privacy laws prevent pooling sensitive raw patient data.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No automated alert system when disasters or epidemics strike nearby.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SwasthyaSetu AI: An Autonomous Clinical Safety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📈 Multi-Horizon Predictive AI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Forecasts 7, 14, and 30-day medicine demand using seasonal epidemiological trends, footfall Poisson distributions, and historical depletion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🚚 MILP P2P Redistribution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Mathematical Linear Programming (PuLP) matches surplus clinics with shortage clinics, optimizing transit routes, distance, and FEFO expiry prioritization.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📡 Proximity Early Warning &amp; Tragedy Radar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Haversine geospatial AI detects disease outbreaks (&lt;28km) and mass-casualty tragedies (&lt;20km), predicting ambulance arrival ETAs &amp; patient influx.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🔒 Federated Learning &amp; Offline Edge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FedAvg preserves patient confidentiality (DISHA compliant) while local IndexedDB edge sync allows zero-downtime offline rural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NEW FEATURE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Proximity Disease Outbreak &amp; Tragedy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🦠 Nearby Spreading Disease Detection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Monitors active epidemic clusters within 28km radius using Haversine formulas.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Predicts incoming patient influx surge: ΔSurge = (1 - D/30) × 180%.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Calculates expected arrival timeline (e.g. 24h to 48h diffusion).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Automatically recommends preemptive medicine buffer orders (ORS, Antibiotics, IV Fluids) before local stocks deplete.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Visual distance badges (e.g. 2.3 km away) and urgency color 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🚨 Mass Casualty Tragedy &amp; Disaster Radar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Detects highway collisions, chemical leaks, floods &amp; food contamination within 20km.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Calculates real-time ambulance arrival ETA: T_ETA = (Distance / 40 km/h) × 60 mins.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Forecasts projected trauma patient inflow (e.g. 8-15 casualties).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1-Click Triage Activation: Alerts staff to reserve emergency beds, prepare sterile trauma kits, and stage IV fluids at reception.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Live simulation console for disaster management drills.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FEASIBILITY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Visibility, Transparency &amp; Feasibility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👁️ Real-Time Visibility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National, State, District &amp; PHC multi-level dashboards.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Live Days of Supply Remaining (DoSR) indicators.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Interactive geospatial heatmaps of vulnerable clinics.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Audit trail for every medicine batch &amp; transfer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⚙️ Technical Feasibility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Lightweight FastAPI backend with SQLite/PostgreSQL.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Vite + React frontend running efficiently on low-end tablets.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Offline-first IndexedDB delta sync requires zero extra hardware.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Fast MILP convergence (&lt;500ms for 150 PHCs).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💰 Economic Feasibility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100% Open Source tech stack (zero proprietary license fees).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Saves crores in expired medicine waste annually.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Reduces emergency commercial spot purchasing costs.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Utilizes existing rural PHC computer/smartphone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📜 Regulatory &amp; Compliance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Complies with DPDP Act 2023 &amp; DISHA privacy standards.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Human-in-the-loop: CMOs retain full authority over approvals.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ABDM Health Facility Registry &amp; M1/M2/M3 consent standards.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eVIN cold-chain &amp; HMIS health data interoperability.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SCOPE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Scope, Impact Metrics &amp; Scaling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📍 Phase 1: District Pilot (Completed)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150 PHCs seeded across 15 districts (Maharashtra, Karnataka, UP).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Full demand forecasting &amp; MILP redistribution engine.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Offline edge sync &amp; 11 Indian languages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6440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🏢 Phase 2: State-Wide Rollout (Next 6 Months)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Integration with State Medical Services Corporations (e.g. MP-MSCL, KMSCL).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Automated GPS drone and courier dispatch integration.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Real-time eVIN cold-chain temperature sensor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7316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🌐 Phase 3: National Scale (Next 12-24 Months)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Pan-India scaling across 25,000+ PHCs &amp; 5,000+ CHCs.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Full ABDM Unified Health Interface (UHI) interoperability.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Cross-state emergency pharmaceutical disaster corridors.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🎨 Frontend Tier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React 18 + Vite SPA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Clean Glassmorphism UI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White/Red/Green/Orange Palette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Lucide Icons + Leaflet Maps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11 Regional Languages i18n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⚙️ Backend Core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FastAPI (Python 3.10+)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SQLAlchemy ORM + SQLite/PG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Pydantic Request Schemas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Uvicorn Async Worker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RESTful Modular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🧠 AI &amp; Optimization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PuLP MILP Linear Optimizer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Haversine Geospatial Vectors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Poisson Footfall Modeling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FedAvg Federated Learning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Confidence Interval Predictors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📦 Edge &amp; Integrations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IndexedDB / LocalStorage Sync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ABDM Facility Registry M1-M3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eVIN IoT Cold-Chain Ingestion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HMIS Disease Data Ingestion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• Zero-Bandwidth Offline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CONCLUSION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Links, Source Code &amp; Development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👥 Core Development Team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Rudra Pratap Chaurasiya (CSJMU Kanpur)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Role: Full Stack AI Architecture &amp; ML Engines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Sankalp Sachan (CSJMU Kanpur)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Role: Backend Services &amp; Linear Optimization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Mohammad Sirfan (CSJMU Kanpur)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Role: Frontend UI/UX &amp; Multilingual Edge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🔗 Source Links &amp; Live Portal Access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GitHub Repository: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https://github.com/rudraa0604/Swasthya-Setu-AI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Local Web App Port: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http://localhost:3000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Backend FastAPI Docs: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http://localhost:8000/docs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National Overwatch Portal: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http://localhost:3000/#/portal/national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State Directorate Portal: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http://localhost:3000/#/portal/state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District Health Officer Portal: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http://localhost:3000/#/portal/district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Rural PHC Edge Terminal: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http://localhost:3000/#/portal/edge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AI Route &amp; Transit Optimizer:</a:t>
            </a:r>
          </a:p>
          <a:p>
            <a:pPr>
              <a:defRPr sz="1000">
                <a:solidFill>
                  <a:srgbClr val="16A34A"/>
                </a:solidFill>
              </a:defRPr>
            </a:pPr>
            <a:r>
              <a:t>  http://localhost:3000/#/portal/routes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